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10034d0c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10034d0c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210034d0c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210034d0c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210034d0c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210034d0c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210034d0c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210034d0c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10034d0c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10034d0c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210034d0c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210034d0c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10034d0c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10034d0c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47" y="-48986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